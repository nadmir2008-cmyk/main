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4D98D-9C8E-4EA2-93A8-21F48D1612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4A3565-1E66-4346-8D07-6A70044369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E552B86-316C-4017-9E6C-D892F66041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D2C2B71-7A87-4CE2-A6FC-73C934B8AB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3CC33C6-280D-4EC4-8B3C-98E8E52A36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6FC80B-BF88-4EA5-9DFE-F29842526F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548A5D6-07BE-4352-88F3-18E464E229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FAE090E-A170-4566-A4BB-C664D341B5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9EE9F18-9CE5-4E38-A5D8-C58CF83FD4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C635461-76E1-44DD-AF00-7EF734C2CC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763AA47-0315-4C38-AC78-55CE132740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66966-AE10-4702-B949-A298993E3A6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138C2F-E0AD-472A-BFF4-02DD2EAE02E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56EC40-96F8-4C2C-84EA-6F99EFD9120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E12B17-B6E3-4A91-A8A0-8A051C77D81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D5172-F52E-462E-8689-53D5024DBAF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2E1D1D-CA6A-44FD-9117-529CB2642A0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5EA3F3-0D32-4150-AD80-E339C65D3C7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4365B-9903-4D33-A106-B69B039D820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956029-6F09-4CDF-A44C-D48726BA8F1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26286-8622-4490-94AE-95CE9DD7C19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2FEDE-7264-4EFB-B2E0-57C05866597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65000" y="3009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5236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br>
              <a:rPr sz="4400"/>
            </a:b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1. Запрашиваем у пользователя длину стороны и преобразуем ввод в число (float)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2. Вычисляем площадь (сторона в квадрате)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3.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74000" y="-5184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Вводим длины сторон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print("Площадь прямоугольника:", area)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Вводим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mean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print("Среднее арифметическое:", mean)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Среднее геометрическое = корень из произведения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geo_mean = (a * b) ** 0.5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print("Среднее геометрическое:", geo_mean)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512520" y="3089520"/>
            <a:ext cx="451512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float(input("Введите первый катет: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 = float(input("Введите второй катет: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Гипотенуза по теореме Пифагора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hypotenuse = (a**2 + b**2) ** 0.5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Площадь = 1/2 * произведение катетов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print(f"Гипотенуза: {hypotenuse}")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Год високосный, если делится на 4, но не на 100, либо делится на 400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print("Число 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print("Число нечетное")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print("Сумма:", a +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print("Разность (первое - второе):", a -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{2**i}")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even_count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11):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число {i}: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even_count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print(f"Чётных чисел: {even_count}")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 = neg = zero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11):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число {i}: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print(f"Положительных: {pos}, отрицательных: {neg}, нулей: {zero}")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11):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число {i}: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numbers.append(num)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max(numbers) - min(numbers)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 10 чисел через пробел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arr = list(map(int, input("Введите 10 целых чисел через пробел: ").split()))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max_val = max(arr)          # Находим максимальное значение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count_max = arr.count(max_val)  # Считаем, сколько раз оно встречается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print(f"Максимальный элемент: {max_val}")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таких элементов: {count_max}")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arr = list(map(int, input("Введите 10 целых чисел через пробел: ").split()))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sum_even_idx = sum(arr[::2])   # Сумма элементов на чётных индексах (0, 2, 4...)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sum_odd_idx = sum(arr[1::2])   # Сумма элементов на нечётных индексах (1, 3, 5...)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 = sum_even_idx - sum_odd_idx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(чётные индексы - нечётные): {diff}")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isdigit() возвращает True, если символ является цифрой 0-9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digit_count = sum(1 for char in text if char.isdigit())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арабских цифр: {digit_count}")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 с пробелами: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replace заменяет все вхождения пробела на пустую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no_spaces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print("Строка без пробелов:", no_spaces)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").strip()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text: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split() разбивает строку по пробелам, [0] берёт первый элемент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first_word = text.split()[0]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print("Первое слово:", first_word)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print("Строка пуста!")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'w' - режим записи (перезапишет файл, если он уже существует)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encoding='utf-8' гарантирует корректную работу с русскими символами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успешно сохранён в файл 'output.txt'")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print("🤖 Загадайте целое число, а я постараюсь его угадать.")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диапазона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диапазона M: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low, high = n, m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print(f"\n🤔 Ваше число больше {mid}? (д/н)")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ans = input().strip().lower()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ans == 'д':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continue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print(f"🤔 Ваше число меньше {mid}? (д/н)")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ans = input().strip().lower()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ans == 'д':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high = mid - 1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print(f"\n✅ Я угадал! Ваше число: {mid}")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заданных вопросов: {attempts}")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print("\n⚠️ Вы дали противоречивые ответы. Проверьте диапазон и попробуйте снова.")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2026-05-16T10:29:09Z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